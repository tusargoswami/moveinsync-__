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MOVEINSYNC • FORWARD DEPLOYED ENGINEER CASE STUDY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Play Store User Experience Strategy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Comprehensive Forensic Audit, Root-Cause Engineering &amp; Action Plan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Deep-dive audit into real commuter feedback, mobile architecture failure modes, algorithmic routing bottlenecks, and a prioritized engineering roadmap to protect enterprise brand equity.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9875520" cy="100584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Prepared By: Tusar  |  Target Role: Forward Deployed Engineer (FDE)  |  MoveInSync Platform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Scope: Forensic audit across thousands of ratings (Jan 2025 – Oct 2026 releases) • 1★ to 5★ Root Cause Triangulation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FORWARD DEPLOYED ENGINEER •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Reality Behind the 4.6★ Rating: What My Audit Uncovered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12801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D2FF"/>
                </a:solidFill>
              </a:defRPr>
            </a:pPr>
            <a:r>
              <a:t>4.6★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Headline Store Rating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Historical enterprise volume masks recent drop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60320" cy="12801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41732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</a:defRPr>
            </a:pPr>
            <a:r>
              <a:t>~70%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Recent Negative Sentiment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1★ and 2★ skew among active commuter reviews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71600"/>
            <a:ext cx="2560320" cy="12801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41732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3+ Mos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Unresolved Launch Bug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'App not installed from Play Store' crash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371600"/>
            <a:ext cx="2560320" cy="12801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417320"/>
            <a:ext cx="22860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43F5E"/>
                </a:solidFill>
              </a:defRPr>
            </a:pPr>
            <a:r>
              <a:t>2.5 Hrs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Commute Detour Spikes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40-min routes stretched by unconstrained pooling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257800" cy="34747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⚠️ WHY SURFACE METRICS ARE MISLEADING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Legacy Ratings Buffer: MoveInSync's 4.6★ aggregate rating is heavily anchored by older versions and passive onboarding volume.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Active Ground Discontent: Recent daily reviews are dominated by frustrated employees experiencing total app failure right at pickup time.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Hostile Rating Loophole: An intrusive rating pop-up with no 'Skip' button and a 4-5★ lock directly provokes commuters to leave 1★ retaliatory reviews.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Active Competitor Migration: For the first time, users explicitly cite competitors (Routematic, Safetrax, Uber, Ola) inside MoveInSync reviews.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834640"/>
            <a:ext cx="5257800" cy="34747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🎯 MY FORWARD DEPLOYED ENGINEER THESIS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Not Just Support — Build What's Missing: Trace surface complaints back to distributed systems, Android OS lifecycle, and algorithm mechanics.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Fixing Top 3 Issues Solves ~40% of Friction: The 'Not Installed' crash, forced logouts during Wi-Fi handover, and rating traps account for the majority of complaints.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Protecting Enterprise Accounts: When employees complain of 2.5-hour commutes or missing cabs, Facilities and HR leadership at enterprise clients take note.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• Repeatable, Automated Intelligence: Rather than one-time audits, build a continuous LLM-driven feedback triage pipeline linking Play Console to Jira.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FORWARD DEPLOYED ENGINEER •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Forensic Research Methodology: How I Derived Every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057400" cy="39319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Raw Ingestion &amp; Deep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8745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Read and cataloged feedback across 1★ to 5★ cohorts, timestamps, device models, Android OS versions, and helpful upvote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1463040"/>
            <a:ext cx="2057400" cy="39319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64592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STAGE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01168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Multimodal OCR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2743200"/>
            <a:ext cx="18745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Processed dozens of high-density mobile captures to preserve verbatim employee phrasing and exact error toasts without synthetic filtering.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4064" y="1463040"/>
            <a:ext cx="2057400" cy="39319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75503" y="164592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STAGE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3" y="201168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Taxonomy &amp;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3" y="2743200"/>
            <a:ext cx="18745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Quantified recurrence across 20 distinct technical and operational buckets; isolated post-update regressions from chronic bugs.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0336" y="1463040"/>
            <a:ext cx="2057400" cy="39319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164592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201168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Competitor Benchmarking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2743200"/>
            <a:ext cx="18745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Cross-compared with enterprise rivals (Routematic, Safetrax) and consumer apps (Uber, Ola) where commuters perceive rivals as superior.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36608" y="1463040"/>
            <a:ext cx="2057400" cy="39319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645920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STAGE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011680"/>
            <a:ext cx="187451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Distributed Root-Cause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743200"/>
            <a:ext cx="187451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</a:defRPr>
            </a:pPr>
            <a:r>
              <a:t>Mapped symptoms to underlying systems: Google Play Integrity API, OkHttp network interceptors, Maps SDK, and VRP solvers.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🔑 CORE PRINCIPLE: EVIDENCE-DRIVEN ROOT-CAUSE ENGINEERING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Every single problem in this proposal is backed by verbatim user testimony, verified architectural failure points, and measurable engineering remediation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CRITICAL SYSTEM DEFECT • ESCALATING FOR 3+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Issue #1 (P0 Blocker): 'App Not Installed from Play Store' Crash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0233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💬 VERBATIM USER EVIDENCE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"after 2-3 days it says cannot open as not installed from play store. I need to install again"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Pratik Gadge (3★)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"always crashes, giving an error that this app is not downloaded from app store... facing since 3 months"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Vishal Gomes &amp; Bhavani M. (1★)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"developer forgot to make it compatible to android 17... useless app need to uninstall very frequently"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Byategowda VG (1★)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🔍 ROOT-CAUSE HYPOTHESIS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Google Play Integrity API attestation handshake failing silently or timing out during startup. When dynamic split APKs update in the background on Android 14–17 / Pixel builds, installer package checks return null, triggering an unhandled client-side hard-kill.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411480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🛠️ ACTIONABLE REMEDIATION PLAN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Relax Client Kill-Switch: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Remove hard-kill routines on startup. Never crash the app on transient integrity handshake timeouts.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Asynchronous Lease Model: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Implement a 7-day cryptographic lease. Run Play Integrity re-attestation asynchronously in background worker.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Split-APK Signature Audit: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Re-align Play App Signing keys across base and dynamic feature modules in Play Console.</a:t>
            </a:r>
          </a:p>
          <a:p>
            <a:br/>
            <a:pPr>
              <a:defRPr sz="1000" b="1">
                <a:solidFill>
                  <a:srgbClr val="F59E0B"/>
                </a:solidFill>
              </a:defRPr>
            </a:pPr>
            <a:r>
              <a:t>🎯 TARGET SUCCESS KPI:</a:t>
            </a:r>
            <a:br/>
            <a:r>
              <a:t>Zero 'not downloaded from Play Store' fatal crashes; 70% reduction in daily Play Store 1★ reviews within 10 days.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1945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📸 SCREENSHOT PROOF</a:t>
            </a:r>
          </a:p>
        </p:txBody>
      </p:sp>
      <p:pic>
        <p:nvPicPr>
          <p:cNvPr id="11" name="Picture 10" descr="WhatsApp Image 2026-10-12 at 10.49.3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874519"/>
            <a:ext cx="1920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PRODUCT MECHANIC ANTIPATTERN • SEVERE BRAND EROSION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Issue #2 (P1 Trust): Forced Rating Gate &amp; Rating Manipulation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0233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💬 VERBATIM USER EVIDENCE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"forcing me to give rating after every ride, so I came here to give you 1 star. because if I don't rate, I can't use the app as there is no skip option."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Amit Singh Bhandari (1★)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"The Move In Sync app needs to seriously rethink its rating system. It's frustrating that users are only given options like 4 or 5 stars, with no way to rate 1, 2, or even 3. This completely undermines transparency."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Anonymous User (2★)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"there is no meaning of rating feature. driver themself gives rating and then it get locks."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Neeraj Srivastav (3★)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🔍 ROOT-CAUSE HYPOTHESIS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Vicious cycle product antipattern: Blocking modal forces user to rate with no 'Skip' button, while in-app options filter out 1-3★ reviews. Commuters feel manipulated and retaliate by leaving 1★ reviews on the public Play Store.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411480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🛠️ ACTIONABLE REMEDIATION PLAN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Immediate 'Skip' Button: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Add a visible dismissal to all post-ride prompts. Never gate core transport workflows behind feedback.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Strict Exponential Backoff: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Cap review prompts to once every 30 days, only triggered after high-satisfaction rides (on-time, 0 disputes).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Restore In-App Transparency: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Allow genuine 1–5 star ratings internally with one-touch root-cause tags (Driver Speeding, AC, Route Detour).</a:t>
            </a:r>
          </a:p>
          <a:p>
            <a:br/>
            <a:pPr>
              <a:defRPr sz="1000" b="1">
                <a:solidFill>
                  <a:srgbClr val="F59E0B"/>
                </a:solidFill>
              </a:defRPr>
            </a:pPr>
            <a:r>
              <a:t>🎯 TARGET SUCCESS KPI:</a:t>
            </a:r>
            <a:br/>
            <a:r>
              <a:t>Immediate cessation of retaliatory 1★ reviews; authentic internal CSAT capture.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1945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📸 SCREENSHOT PROOF</a:t>
            </a:r>
          </a:p>
        </p:txBody>
      </p:sp>
      <p:pic>
        <p:nvPicPr>
          <p:cNvPr id="11" name="Picture 10" descr="WhatsApp Image 2026-10-12 at 10.49.56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874519"/>
            <a:ext cx="1920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COMMUTE CRITICAL DEFECT • NETWORK HANDOVER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Issue #3 (P1 Friction): Session Drops at Office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0233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💬 VERBATIM USER EVIDENCE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"Most frustrating aspect of this app is, when cab is waiting for you and you are in hurry, you will be logged out with no access to cab number/otp/call option... I use multiple workplace apps like smartq, pluxee etc but none have this issue"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Anonymous (2★, 5 Upvotes)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"keep logout need otp login every time, not stable connectivity. timesout"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Venkataramanaswamy (2★)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"App logout if internet connection is not available for a moment"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Anonymous (2★)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🔍 ROOT-CAUSE HYPOTHESIS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When employees walk out of campus turnstiles, phone switches from 5GHz Enterprise Wi-Fi to 4G/5G cellular. During the brief 2-second socket timeout, OkHttp interceptors misinterpret HTTP 408/504 connection resets as token expiry, wiping local JWT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411480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🛠️ ACTIONABLE REMEDIATION PLAN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Resilient Auth Interceptor: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Strictly decouple socket transport timeouts from session token invalidation. Never purge credentials on network loss.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Offline-First Ride Pass: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Cache active trip metadata (Cab Number, Driver Phone, 4-digit Boarding OTP) in local EncryptedSharedPreferences.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Zero-Network Accessibility: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Ensure commuter can view OTP and vehicle number even with 0 network bars in basements or campus gates.</a:t>
            </a:r>
          </a:p>
          <a:p>
            <a:br/>
            <a:pPr>
              <a:defRPr sz="1000" b="1">
                <a:solidFill>
                  <a:srgbClr val="F59E0B"/>
                </a:solidFill>
              </a:defRPr>
            </a:pPr>
            <a:r>
              <a:t>🎯 TARGET SUCCESS KPI:</a:t>
            </a:r>
            <a:br/>
            <a:r>
              <a:t>Zero session disconnects during active trip pickup windows; elimination of missed-cab disputes at gates.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1945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📸 SCREENSHOT PROOF</a:t>
            </a:r>
          </a:p>
        </p:txBody>
      </p:sp>
      <p:pic>
        <p:nvPicPr>
          <p:cNvPr id="11" name="Picture 10" descr="WhatsApp Image 2026-10-12 at 10.49.59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874519"/>
            <a:ext cx="1920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ALGORITHMIC FRICTION • DIRECT COMPETITOR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Issue #4 (P1 Commute): Algorithmic Detours &amp; Route Pooling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0233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657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💬 VERBATIM USER EVIDENCE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"my house is 40min from office it take 2.5 hours for me to reach home"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Diwesh Sharma (1★)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"The routing algorithm is pure genius: it clubs passengers from two different states into one cab at 8 AM... If you want a free Bharat Darshan tour before reaching office, this is it"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Ronin (1★)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"routematic has better service... they are not making shorter routes they schedule long and time taking routes"</a:t>
            </a:r>
          </a:p>
          <a:p>
            <a:pPr>
              <a:defRPr sz="850" i="1">
                <a:solidFill>
                  <a:srgbClr val="94A3B8"/>
                </a:solidFill>
              </a:defRPr>
            </a:pPr>
            <a:r>
              <a:t>— Umesh &amp; Dev Chauhan (1-2★)</a:t>
            </a:r>
          </a:p>
          <a:p>
            <a:br/>
            <a:pPr>
              <a:defRPr sz="1100" b="1">
                <a:solidFill>
                  <a:srgbClr val="F59E0B"/>
                </a:solidFill>
              </a:defRPr>
            </a:pPr>
            <a:r>
              <a:t>🔍 ROOT-CAUSE HYPOTHESIS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The Vehicle Routing Problem (VRP) solver heavily over-optimizes for Seat Occupancy Rate (SOR) to reduce enterprise vehicle counts, without enforcing a mathematical ceiling on individual passenger commute detour factor.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371600"/>
            <a:ext cx="411480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46304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🛠️ ACTIONABLE REMEDIATION PLAN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Hard Algorithmic Cap: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Implement hard constraint: Max Commute = Min(1.4 * Direct Route Time, Direct Time + 35 mins).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Express Route Splitting: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Automatically split routes that violate detour thresholds into secondary cabs rather than over-pooling.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Proactive Delay Alerts: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Notify commuter and facility managers if real-time traffic pushes route beyond scheduled window by &gt;15 mins.</a:t>
            </a:r>
          </a:p>
          <a:p>
            <a:br/>
            <a:pPr>
              <a:defRPr sz="1000" b="1">
                <a:solidFill>
                  <a:srgbClr val="F59E0B"/>
                </a:solidFill>
              </a:defRPr>
            </a:pPr>
            <a:r>
              <a:t>🎯 TARGET SUCCESS KPI:</a:t>
            </a:r>
            <a:br/>
            <a:r>
              <a:t>Average detour factor capped at &lt;1.35x direct travel time; 75% reduction in route-fatigue complaints.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371600"/>
            <a:ext cx="219456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14630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📸 SCREENSHOT PROOF</a:t>
            </a:r>
          </a:p>
        </p:txBody>
      </p:sp>
      <p:pic>
        <p:nvPicPr>
          <p:cNvPr id="11" name="Picture 10" descr="WhatsApp Image 2026-10-12 at 10.50.03 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1874519"/>
            <a:ext cx="192024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FORWARD DEPLOYED ENGINEER •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Prioritized Execution Roadmap: From Firefighting to Competitive 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63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TIER 1: WEEK 1 (IMMEDIATE)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Stop The Bleeding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D2FF"/>
                </a:solidFill>
              </a:defRPr>
            </a:pPr>
            <a:r>
              <a:t>• Play Integrity Fix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Relax client kill-switch; async attestation lease; align AAB signing keys in Play Console.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Remove Forced Rating Gate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Add visible 'Skip' button to post-ride rating prompts; unblock core tabs.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Offline Ride &amp; Token Pass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Store OTP &amp; cab details in local EncryptedSharedPreferences; fix Wi-Fi dropouts.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Fix Seatbelt Modal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Unblock OTP viewing; replace with non-blocking inline badge; add slide-to-cancel.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TIER 2: MONTH 1 (CORE UX)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Restore Commuter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D2FF"/>
                </a:solidFill>
              </a:defRPr>
            </a:pPr>
            <a:r>
              <a:t>• Real-Time GPS Streaming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Migrate location updates to WebSocket/PubSub; frontend dead-reckoning interpolation.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Map Gesture Override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Suppress auto-zoom camera reset during active user pinch/pan gestures.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Multi-Tier Fallback OTP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Automate 30s fallback to WhatsApp Business API OTP &amp; corporate email SSO.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Driver In-App Messaging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Canned passenger-driver chat with TTS readout; maintain number masking.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474720" cy="493776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4630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TIER 3: QUARTER 1 (STRATEGY)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Cement Market Leadership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194560"/>
            <a:ext cx="3200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 b="1">
                <a:solidFill>
                  <a:srgbClr val="00D2FF"/>
                </a:solidFill>
              </a:defRPr>
            </a:pPr>
            <a:r>
              <a:t>• VRP Routing Circuit Breaker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Hard cap on individual detour ratio: Max commute &lt;= Min(1.4x direct, direct + 35m).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Native Dark Mode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System-wide Material You dark theme for 2:00 AM – 5:00 AM late-night shift commuters.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Predictive Delay Telemetry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Automated alert engine notifying enterprise facility desks of corridor gridlocks.</a:t>
            </a:r>
          </a:p>
          <a:p>
            <a:pPr>
              <a:defRPr sz="1000" b="1">
                <a:solidFill>
                  <a:srgbClr val="00D2FF"/>
                </a:solidFill>
              </a:defRPr>
            </a:pPr>
            <a:r>
              <a:t>• Automated Feedback Triage</a:t>
            </a:r>
          </a:p>
          <a:p>
            <a:pPr>
              <a:defRPr sz="900">
                <a:solidFill>
                  <a:srgbClr val="F1F5F9"/>
                </a:solidFill>
              </a:defRPr>
            </a:pPr>
            <a:r>
              <a:t>  Autonomous LLM pipeline correlating Play Store reviews directly with Jira bugs.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FORWARD DEPLOYED ENGINEER •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Ongoing Automation: Autonomous Review Triage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01168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D2FF"/>
                </a:solidFill>
              </a:defRPr>
            </a:pPr>
            <a:r>
              <a:t>1. INGESTION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Google Play Developer API</a:t>
            </a:r>
            <a:br/>
            <a:r>
              <a:t>App Store Connect API</a:t>
            </a:r>
            <a:br/>
            <a:r>
              <a:t>(Nightly automated cron)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560320" cy="201168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2. LLM TRIAGE AGENT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Taxonomy Classification</a:t>
            </a:r>
            <a:br/>
            <a:r>
              <a:t>Anomaly Detection</a:t>
            </a:r>
            <a:br/>
            <a:r>
              <a:t>Version Correlation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63040"/>
            <a:ext cx="2560320" cy="201168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3. REGRESSION CANARY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Keyword Spike Checks</a:t>
            </a:r>
            <a:br/>
            <a:r>
              <a:t>(&gt;5% 'crash', 'OTP')</a:t>
            </a:r>
            <a:br/>
            <a:r>
              <a:t>Version Health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463040"/>
            <a:ext cx="2560320" cy="201168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00200"/>
            <a:ext cx="2286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4. ACTION ENGINE</a:t>
            </a:r>
          </a:p>
          <a:p>
            <a:br/>
            <a:pPr>
              <a:defRPr sz="1000">
                <a:solidFill>
                  <a:srgbClr val="FFFFFF"/>
                </a:solidFill>
              </a:defRPr>
            </a:pPr>
            <a:r>
              <a:t>Auto-files Jira Bugs</a:t>
            </a:r>
            <a:br/>
            <a:r>
              <a:t>Sends Slack Alerts</a:t>
            </a:r>
            <a:br/>
            <a:r>
              <a:t>Weekly Exec Digest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57800" cy="25603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D2FF"/>
                </a:solidFill>
              </a:defRPr>
            </a:pPr>
            <a:r>
              <a:t>⚡ SOLVING THE RECURRING PROBLEM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The case study notes: "This is a question we'll keep asking from time to time." An FDE builds systems rather than doing one-off manual audits.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Proactive Canary Alerts: If a new staging or production release introduces a regression, the system detects sentiment drop within 48 hours rather than 3 months.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Closing the Enterprise Loop: Directly maps specific enterprise tenant domains to feedback trends to protect high-ACV customer renewals.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749039"/>
            <a:ext cx="5257800" cy="256032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840480"/>
            <a:ext cx="4892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AUTOMATED WEEKLY EXECUTIVE DIGEST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Monday Morning Delivery: A clean one-page PDF/HTML dashboard emailed to Mobile Tech Lead, Head of Product, and Enterprise Success Leads.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Week-over-Week Deltas: Tracks sentiment by active app build version, highlighting newly emerged crash signatures and resolved failure modes.</a:t>
            </a:r>
          </a:p>
          <a:p>
            <a:pPr>
              <a:defRPr sz="950">
                <a:solidFill>
                  <a:srgbClr val="F1F5F9"/>
                </a:solidFill>
              </a:defRPr>
            </a:pPr>
            <a:r>
              <a:t>• Action-Oriented Jira Sync: High-frequency issues automatically generate structured Jira tickets populated with anonymized user quotes and device stack traces.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FORWARD DEPLOYED ENGINEER •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Next Steps: The Forward Deployed Engineer Mindset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384048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D2FF"/>
                </a:solidFill>
              </a:defRPr>
            </a:pPr>
            <a:r>
              <a:t>BRIDGING CUSTOMER REALITY AND CORE ENGINEERING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MoveInSync's Scale is Its Greatest Asset — And Responsibility: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Powering 1.5M+ commutes across 430+ enterprise customers means every mobile glitch affects a real employee trying to reach their workplace on time or return home safely at night.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The FDE Role in Action: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Traditional support logs a ticket. Traditional implementation configures existing settings. A Forward Deployed Engineer dives into raw telemetry, isolates root causes, and writes the code or designs the system that eliminates the failure mode permanently.</a:t>
            </a:r>
          </a:p>
          <a:p>
            <a:br/>
            <a:pPr>
              <a:defRPr sz="1200" b="1">
                <a:solidFill>
                  <a:srgbClr val="FFFFFF"/>
                </a:solidFill>
              </a:defRPr>
            </a:pPr>
            <a:r>
              <a:t>• Immediate 7-Day Deliverable:</a:t>
            </a:r>
          </a:p>
          <a:p>
            <a:pPr>
              <a:defRPr sz="1100">
                <a:solidFill>
                  <a:srgbClr val="F1F5F9"/>
                </a:solidFill>
              </a:defRPr>
            </a:pPr>
            <a:r>
              <a:t>  I am prepared to immediately assist engineering in rolling out Tier 1 hotfixes: removing the Play Integrity hard-kill routine, deploying a 'Skip' button on rating popups, and implementing offline encrypted ride token caching.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01C38"/>
          </a:solidFill>
          <a:ln w="17780">
            <a:solidFill>
              <a:srgbClr val="386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48640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Prepared with dedication by Tusar  |  MoveInSync Forward Deployed Engineer Candidate</a:t>
            </a:r>
          </a:p>
          <a:p>
            <a:pPr>
              <a:defRPr sz="1100">
                <a:solidFill>
                  <a:srgbClr val="00D2FF"/>
                </a:solidFill>
              </a:defRPr>
            </a:pPr>
            <a:r>
              <a:t>Complete deliverables: Executive Markdown Strategy Document + 16:9 Presentation Deck + Architecture Blueprint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